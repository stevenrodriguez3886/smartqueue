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63" r:id="rId3"/>
    <p:sldId id="2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29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B910F-5417-4C14-915B-09CD4E81A60D}" type="datetimeFigureOut"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2925-E211-4A36-8468-D4FEC6C461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16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32925-E211-4A36-8468-D4FEC6C4614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21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3D3FA-5BAD-F1FE-7D20-59BECFDA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9CF3E-2D9C-445D-19E2-BC5551CF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230CF-92C0-8DCC-1121-5A19E5D26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Steven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FD1A0-1BEC-1F95-56B9-E08143EA3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32925-E211-4A36-8468-D4FEC6C4614E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2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7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6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5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97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7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2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1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11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9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06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1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15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4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4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hyperlink" Target="https://github.com/stevenrodriguez3886/SmartQueue" TargetMode="Externa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FCC3E-CFD8-D33A-0BA0-49F419E5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5" y="1130603"/>
            <a:ext cx="3633144" cy="459679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Individual Contributions:</a:t>
            </a:r>
            <a:br>
              <a:rPr lang="en-US" sz="3200" dirty="0">
                <a:solidFill>
                  <a:srgbClr val="EBEBEB"/>
                </a:solidFill>
              </a:rPr>
            </a:br>
            <a:r>
              <a:rPr lang="en-US" sz="3200" dirty="0">
                <a:solidFill>
                  <a:srgbClr val="EBEBEB"/>
                </a:solidFill>
              </a:rPr>
              <a:t>Steven Rodriguez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A53A0-FAF5-FB49-F4AF-E8A23B95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14" y="437513"/>
            <a:ext cx="6920267" cy="5954325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Developer Role:</a:t>
            </a:r>
            <a:r>
              <a:rPr lang="en-US" sz="2000" dirty="0"/>
              <a:t> </a:t>
            </a:r>
            <a:r>
              <a:rPr lang="en-US" dirty="0"/>
              <a:t>focus was on the backend setup, real-time data flow, and the Employee Dashboard.</a:t>
            </a:r>
          </a:p>
          <a:p>
            <a:r>
              <a:rPr lang="en-US" sz="2000" b="1" dirty="0"/>
              <a:t>Software Architect Role:</a:t>
            </a:r>
            <a:r>
              <a:rPr lang="en-US" sz="2000" dirty="0"/>
              <a:t> </a:t>
            </a:r>
            <a:r>
              <a:rPr lang="en-US" dirty="0"/>
              <a:t>focus was on the overall architecture, frameworks, and tools used.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5A99D121-9E66-7220-D6BD-85DF11FD9B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19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489"/>
    </mc:Choice>
    <mc:Fallback>
      <p:transition spd="slow" advTm="274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C2DF-0ED6-C1F2-5F9B-45C91B34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/>
              <a:t>Project Contributions</a:t>
            </a:r>
            <a:endParaRPr lang="en-US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A42B-40B2-65D0-0EA1-3B8DEF69F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211979" cy="3416300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r>
              <a:rPr lang="en-US" sz="20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2000" b="1" dirty="0"/>
          </a:p>
          <a:p>
            <a:pPr lvl="1"/>
            <a:r>
              <a:rPr lang="en-US" sz="1800" dirty="0"/>
              <a:t>Initial Setup of the repository</a:t>
            </a:r>
          </a:p>
          <a:p>
            <a:r>
              <a:rPr lang="en-US" b="1" dirty="0"/>
              <a:t>Documentation</a:t>
            </a:r>
          </a:p>
          <a:p>
            <a:pPr lvl="1"/>
            <a:r>
              <a:rPr lang="en-US" sz="1800" dirty="0"/>
              <a:t>Create README.md</a:t>
            </a:r>
          </a:p>
          <a:p>
            <a:pPr lvl="1"/>
            <a:r>
              <a:rPr lang="en-US" sz="1800" dirty="0"/>
              <a:t>Create Javadoc Comments</a:t>
            </a:r>
          </a:p>
          <a:p>
            <a:r>
              <a:rPr lang="en-US" sz="2000" b="1" dirty="0"/>
              <a:t>Architecture</a:t>
            </a:r>
          </a:p>
          <a:p>
            <a:pPr lvl="1"/>
            <a:r>
              <a:rPr lang="en-US" sz="1800" dirty="0"/>
              <a:t>Split Initial code into multiple files to allow for concurrent development</a:t>
            </a:r>
          </a:p>
          <a:p>
            <a:pPr lvl="1"/>
            <a:r>
              <a:rPr lang="en-US" sz="1800" dirty="0"/>
              <a:t>Refactoring codebase from </a:t>
            </a:r>
            <a:r>
              <a:rPr lang="en-US" dirty="0"/>
              <a:t>Swing to Spring Boot</a:t>
            </a:r>
          </a:p>
          <a:p>
            <a:pPr lvl="1"/>
            <a:r>
              <a:rPr lang="en-US" dirty="0"/>
              <a:t>Refactored codebase from Array to Database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4B7C5AE8-E2B8-8FD0-A0E6-9747CF3A85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7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909"/>
    </mc:Choice>
    <mc:Fallback>
      <p:transition spd="slow" advTm="42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8CA7B-EE74-3380-F602-EA32A2DF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C912-23C8-F3C5-BF95-299C9EE5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dirty="0"/>
              <a:t>Feature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B520-F3CB-CC2C-B5A7-BAF49A14F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211979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/>
            <a:r>
              <a:rPr lang="en-US" sz="1800" b="1" dirty="0"/>
              <a:t>Employee Dashboard</a:t>
            </a:r>
          </a:p>
          <a:p>
            <a:pPr lvl="2"/>
            <a:r>
              <a:rPr lang="en-US" sz="1600" dirty="0"/>
              <a:t>Allows Employees to see the queue</a:t>
            </a:r>
          </a:p>
          <a:p>
            <a:pPr lvl="2"/>
            <a:r>
              <a:rPr lang="en-US" sz="1600" dirty="0"/>
              <a:t>Mark Customers as served and remove them from the list</a:t>
            </a:r>
          </a:p>
          <a:p>
            <a:pPr lvl="2"/>
            <a:r>
              <a:rPr lang="en-US" sz="1600" dirty="0"/>
              <a:t>Set Service Hours</a:t>
            </a:r>
          </a:p>
          <a:p>
            <a:pPr lvl="1"/>
            <a:r>
              <a:rPr lang="en-US" sz="1800" b="1" dirty="0"/>
              <a:t>Customer Dashboard</a:t>
            </a:r>
          </a:p>
          <a:p>
            <a:pPr lvl="2"/>
            <a:r>
              <a:rPr lang="en-US" sz="1600" dirty="0"/>
              <a:t>Cancel Appointment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7FF5779-2B02-E6B2-5D27-2E1212B61E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60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319"/>
    </mc:Choice>
    <mc:Fallback>
      <p:transition spd="slow" advTm="85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114</Words>
  <Application>Microsoft Office PowerPoint</Application>
  <PresentationFormat>Widescreen</PresentationFormat>
  <Paragraphs>23</Paragraphs>
  <Slides>3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Wingdings 3</vt:lpstr>
      <vt:lpstr>Ion Boardroom</vt:lpstr>
      <vt:lpstr>Individual Contributions: Steven Rodriguez</vt:lpstr>
      <vt:lpstr>Project Contributions</vt:lpstr>
      <vt:lpstr>Feature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Rodriguez</dc:creator>
  <cp:lastModifiedBy>Steven Rodriguez</cp:lastModifiedBy>
  <cp:revision>87</cp:revision>
  <dcterms:created xsi:type="dcterms:W3CDTF">2026-03-02T03:27:43Z</dcterms:created>
  <dcterms:modified xsi:type="dcterms:W3CDTF">2026-03-04T19:36:59Z</dcterms:modified>
</cp:coreProperties>
</file>