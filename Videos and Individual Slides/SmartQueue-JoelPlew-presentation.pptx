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6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251" autoAdjust="0"/>
  </p:normalViewPr>
  <p:slideViewPr>
    <p:cSldViewPr snapToGrid="0">
      <p:cViewPr varScale="1">
        <p:scale>
          <a:sx n="81" d="100"/>
          <a:sy n="81" d="100"/>
        </p:scale>
        <p:origin x="80" y="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B910F-5417-4C14-915B-09CD4E81A60D}" type="datetimeFigureOut"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32925-E211-4A36-8468-D4FEC6C461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16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32925-E211-4A36-8468-D4FEC6C461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9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3D3FA-5BAD-F1FE-7D20-59BECFDA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9CF3E-2D9C-445D-19E2-BC5551CF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230CF-92C0-8DCC-1121-5A19E5D26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FD1A0-1BEC-1F95-56B9-E08143EA3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32925-E211-4A36-8468-D4FEC6C4614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2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7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6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5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9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7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2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1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11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9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0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1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15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4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4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FCC3E-CFD8-D33A-0BA0-49F419E5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5" y="1130603"/>
            <a:ext cx="3633144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Individual Contributions:</a:t>
            </a:r>
            <a:br>
              <a:rPr lang="en-US" sz="3200" dirty="0">
                <a:solidFill>
                  <a:srgbClr val="EBEBEB"/>
                </a:solidFill>
              </a:rPr>
            </a:br>
            <a:r>
              <a:rPr lang="en-US" sz="3200" dirty="0">
                <a:solidFill>
                  <a:srgbClr val="EBEBEB"/>
                </a:solidFill>
              </a:rPr>
              <a:t>Joel Plew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A53A0-FAF5-FB49-F4AF-E8A23B956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14" y="437513"/>
            <a:ext cx="6920267" cy="5954325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Developer Role:</a:t>
            </a:r>
            <a:r>
              <a:rPr lang="en-US" sz="2000" dirty="0"/>
              <a:t> </a:t>
            </a:r>
            <a:r>
              <a:rPr lang="en-US" dirty="0"/>
              <a:t>As a Developer I  focused on implementing features and completing high-priority stories early</a:t>
            </a:r>
          </a:p>
          <a:p>
            <a:r>
              <a:rPr lang="en-US" dirty="0"/>
              <a:t>Heavy focus on the customer-side of </a:t>
            </a:r>
            <a:r>
              <a:rPr lang="en-US" dirty="0" err="1"/>
              <a:t>SmartQueue</a:t>
            </a:r>
            <a:endParaRPr lang="en-US" dirty="0"/>
          </a:p>
        </p:txBody>
      </p:sp>
      <p:pic>
        <p:nvPicPr>
          <p:cNvPr id="48" name="Audio 47">
            <a:hlinkClick r:id="" action="ppaction://media"/>
            <a:extLst>
              <a:ext uri="{FF2B5EF4-FFF2-40B4-BE49-F238E27FC236}">
                <a16:creationId xmlns:a16="http://schemas.microsoft.com/office/drawing/2014/main" id="{D0CBA7E0-3070-A4DD-8A16-97041B0DC0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0419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591"/>
    </mc:Choice>
    <mc:Fallback>
      <p:transition spd="slow" advTm="225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8CA7B-EE74-3380-F602-EA32A2DF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C912-23C8-F3C5-BF95-299C9EE5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dirty="0"/>
              <a:t>Feature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B520-F3CB-CC2C-B5A7-BAF49A14F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21197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1800" dirty="0"/>
              <a:t>High Priority</a:t>
            </a:r>
          </a:p>
          <a:p>
            <a:pPr lvl="1"/>
            <a:r>
              <a:rPr lang="en-US" dirty="0"/>
              <a:t>Estimated Wait-time</a:t>
            </a:r>
          </a:p>
          <a:p>
            <a:pPr lvl="2"/>
            <a:r>
              <a:rPr lang="en-US" dirty="0"/>
              <a:t>Customer report is based on staff-view parameters values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Customer can view their position in queue</a:t>
            </a:r>
          </a:p>
          <a:p>
            <a:pPr lvl="2"/>
            <a:r>
              <a:rPr lang="en-US" dirty="0"/>
              <a:t>Used polymorphism to create a functionally-reduced instance of the staff 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A06ACC-1D43-364D-3673-4E3E519EEFDF}"/>
              </a:ext>
            </a:extLst>
          </p:cNvPr>
          <p:cNvSpPr txBox="1">
            <a:spLocks/>
          </p:cNvSpPr>
          <p:nvPr/>
        </p:nvSpPr>
        <p:spPr>
          <a:xfrm>
            <a:off x="6096000" y="2603500"/>
            <a:ext cx="5211979" cy="3416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1800" dirty="0"/>
              <a:t>Medium/Low Priority</a:t>
            </a:r>
          </a:p>
          <a:p>
            <a:pPr lvl="1"/>
            <a:r>
              <a:rPr lang="en-US" sz="1800" dirty="0"/>
              <a:t>Implement User Validation</a:t>
            </a:r>
          </a:p>
          <a:p>
            <a:pPr lvl="2"/>
            <a:r>
              <a:rPr lang="en-US" dirty="0"/>
              <a:t>Validate appointment date</a:t>
            </a:r>
          </a:p>
          <a:p>
            <a:pPr lvl="2"/>
            <a:r>
              <a:rPr lang="en-US" dirty="0"/>
              <a:t>Validate appointment names</a:t>
            </a:r>
          </a:p>
          <a:p>
            <a:pPr lvl="2"/>
            <a:r>
              <a:rPr lang="en-US" dirty="0"/>
              <a:t>Validate appointment time</a:t>
            </a:r>
          </a:p>
          <a:p>
            <a:pPr lvl="2"/>
            <a:r>
              <a:rPr lang="en-US" dirty="0"/>
              <a:t>Special cases</a:t>
            </a:r>
          </a:p>
          <a:p>
            <a:pPr lvl="1"/>
            <a:r>
              <a:rPr lang="en-US" dirty="0"/>
              <a:t>Customer notification of Appointment</a:t>
            </a:r>
          </a:p>
          <a:p>
            <a:pPr lvl="1"/>
            <a:r>
              <a:rPr lang="en-US" dirty="0"/>
              <a:t>Wait-time report for Staff</a:t>
            </a:r>
          </a:p>
        </p:txBody>
      </p:sp>
      <p:pic>
        <p:nvPicPr>
          <p:cNvPr id="114" name="Audio 113">
            <a:hlinkClick r:id="" action="ppaction://media"/>
            <a:extLst>
              <a:ext uri="{FF2B5EF4-FFF2-40B4-BE49-F238E27FC236}">
                <a16:creationId xmlns:a16="http://schemas.microsoft.com/office/drawing/2014/main" id="{878E4FFA-5466-A9CA-45B2-ECD6933DC9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90460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5705"/>
    </mc:Choice>
    <mc:Fallback>
      <p:transition spd="slow" advTm="1257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89</Words>
  <Application>Microsoft Office PowerPoint</Application>
  <PresentationFormat>Widescreen</PresentationFormat>
  <Paragraphs>20</Paragraphs>
  <Slides>2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Wingdings 3</vt:lpstr>
      <vt:lpstr>Ion Boardroom</vt:lpstr>
      <vt:lpstr>Individual Contributions: Joel Plew</vt:lpstr>
      <vt:lpstr>Feature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Rodriguez</dc:creator>
  <cp:lastModifiedBy>Plew, Joel</cp:lastModifiedBy>
  <cp:revision>93</cp:revision>
  <dcterms:created xsi:type="dcterms:W3CDTF">2026-03-02T03:27:43Z</dcterms:created>
  <dcterms:modified xsi:type="dcterms:W3CDTF">2026-03-05T00:27:31Z</dcterms:modified>
</cp:coreProperties>
</file>